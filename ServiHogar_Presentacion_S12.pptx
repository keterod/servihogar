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99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Keterod/servihogar.git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2377440" cy="749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18872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ServiHogar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731520" y="257860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intermediación y reputación para servicios técnicos domésticos menores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3649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Web  ·  Universidad Continental  · 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3794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Ricardo Carhuamaca Vasquez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1330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Gino Joel Taipe Miranda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PROPÓSITO DEL PROYECTO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46320" y="1005840"/>
            <a:ext cx="4069080" cy="2697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24128"/>
            <a:ext cx="4343400" cy="106984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" y="10424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Descripción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8912" y="134416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responsive de intermediación para servicios técnicos domésticos: gasfitería, electricidad, mantenimiento de PC, armado de muebles, pintura básica y reparaciones simples.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2212848"/>
            <a:ext cx="4343400" cy="106984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2311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Propósito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253288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incertidumbre al contratar técnicos, brindando un medio digital para comparar opciones, revisar reputación y registrar el proceso del servicio.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3401568"/>
            <a:ext cx="4343400" cy="106984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4198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Problema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372160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de técnicos depende de recomendaciones informales sin información sobre experiencia, precios ni valoraciones previas de otros usuarios.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necesita ServiHogar?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73736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0" cy="173736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3456432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resuelven problemas domésticos (fugas, fallas eléctricas, instalaciones) buscando técnicos por recomendaciones de familiares, vecinos o grupos de mensajería.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24128"/>
            <a:ext cx="4160520" cy="173736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24128"/>
            <a:ext cx="502920" cy="173736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2412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456432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no cuenta con información suficiente: experiencia del técnico, calidad del servicio, puntualidad, precios referenciales ni valoraciones previas.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4160520" cy="173736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98648"/>
            <a:ext cx="502920" cy="173736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9864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3456432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preocupación adicional de confianza al permitir el ingreso de una persona desconocida al hogar sin referencias verificadas.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98648"/>
            <a:ext cx="4160520" cy="173736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898648"/>
            <a:ext cx="502920" cy="1737360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898648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2926080"/>
            <a:ext cx="3456432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ServiHogar centraliza: publicación de solicitudes, recepción de cotizaciones, comparación de técnicos, seguimiento del servicio y valoración posterior.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 — PROTO PERSONAS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 principales: Cliente · Técnico · Administrador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2788920" cy="39319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097280"/>
            <a:ext cx="1463040" cy="10972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2267712"/>
            <a:ext cx="2788920" cy="38404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226771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2715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Quispe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2608" y="30449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años · Soltera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Trabajadora administrativa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Huancayo, Perú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2608" y="3593592"/>
            <a:ext cx="2606040" cy="18288"/>
          </a:xfrm>
          <a:prstGeom prst="rect">
            <a:avLst/>
          </a:prstGeom>
          <a:solidFill>
            <a:srgbClr val="D1E3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363931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Resolver problemas domésticos sin depender de recomendaciones informales.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4224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Dificultad para encontrar técnicos confiables con info de experiencia, precios y valoraciones.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2968" y="1005840"/>
            <a:ext cx="2788920" cy="39319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40480" y="1097280"/>
            <a:ext cx="1463040" cy="1097280"/>
          </a:xfrm>
          <a:prstGeom prst="ellipse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172968" y="2267712"/>
            <a:ext cx="278892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72968" y="226771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246120" y="2715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Ramírez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264408" y="30449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años · Casado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electricista independiente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Huancayo, Perú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64408" y="3593592"/>
            <a:ext cx="2606040" cy="18288"/>
          </a:xfrm>
          <a:prstGeom prst="rect">
            <a:avLst/>
          </a:prstGeom>
          <a:solidFill>
            <a:srgbClr val="D1E3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64408" y="363931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Conseguir más clientes y construir reputación mediante calificaciones verificadas.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264408" y="4224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Depende de recomendaciones informales y no tiene espacio para mostrar su experiencia.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144768" y="1005840"/>
            <a:ext cx="2788920" cy="39319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12280" y="1097280"/>
            <a:ext cx="1463040" cy="1097280"/>
          </a:xfrm>
          <a:prstGeom prst="ellipse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144768" y="2267712"/>
            <a:ext cx="2788920" cy="384048"/>
          </a:xfrm>
          <a:prstGeom prst="rect">
            <a:avLst/>
          </a:prstGeom>
          <a:solidFill>
            <a:srgbClr val="6B3F9E"/>
          </a:solidFill>
          <a:ln w="12700">
            <a:solidFill>
              <a:srgbClr val="6B3F9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44768" y="226771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17920" y="2715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Torres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36208" y="3044952"/>
            <a:ext cx="2606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años · Soltero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gestión de plataforma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Huancayo, Perú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236208" y="3593592"/>
            <a:ext cx="2606040" cy="18288"/>
          </a:xfrm>
          <a:prstGeom prst="rect">
            <a:avLst/>
          </a:prstGeom>
          <a:solidFill>
            <a:srgbClr val="D1E3FA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36208" y="363931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Motivación: Mantener organizada la información y validar perfiles técnicos confiables.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236208" y="4224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Controlar perfiles con info completa y gestionar categorías, usuarios y reportes.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987552"/>
          </a:xfrm>
          <a:prstGeom prst="rect">
            <a:avLst/>
          </a:prstGeom>
          <a:solidFill>
            <a:srgbClr val="E8F0FD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 General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web responsive de intermediación y reputación para servicios técnicos domésticos menores, que permita buscar técnicos, solicitar cotizaciones, registrar servicios y valorar la atención recibida mediante calificaciones verificadas.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8595360" cy="85039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84832"/>
            <a:ext cx="457200" cy="8503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84832"/>
            <a:ext cx="457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350008"/>
            <a:ext cx="7909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los requerimientos funcionales considerando los roles de cliente, técnico y administrador, el flujo de publicación de solicitudes, recepción de cotizaciones y valoración del servicio.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044952"/>
            <a:ext cx="8595360" cy="85039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44952"/>
            <a:ext cx="457200" cy="8503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44952"/>
            <a:ext cx="457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06324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310128"/>
            <a:ext cx="7909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arquitectura, navegación y base de datos aplicando estructura cliente-servidor, patrón MVC y modelo relacional normalizado hasta tercera forma normal.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85039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005072"/>
            <a:ext cx="457200" cy="8503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05072"/>
            <a:ext cx="457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Específico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270248"/>
            <a:ext cx="7909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los módulos principales: gestión de usuarios, solicitudes de servicio, cotizaciones, seguimiento de estados y valoración estructurada del técnico.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 WEB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 con patrón MVC y estructura por capas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Y ORGANIZACIÓN POR CAPAS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 para mantenimiento y escalabilidad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114800" cy="107899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53312"/>
            <a:ext cx="411480" cy="107899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389888"/>
            <a:ext cx="3502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del sistema: usuarios, clientes, técnicos, categorías, solicitudes, cotizaciones, estados y valoraciones. Relacionado con los esquemas y tablas de PostgreSQL.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542032"/>
            <a:ext cx="4114800" cy="107899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542032"/>
            <a:ext cx="411480" cy="107899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42032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578608"/>
            <a:ext cx="3502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web desarrolladas en Angular 21: página de inicio, formularios, panel del cliente, panel del técnico y panel administrador.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30752"/>
            <a:ext cx="4114800" cy="107899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730752"/>
            <a:ext cx="411480" cy="10789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30752"/>
            <a:ext cx="411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767328"/>
            <a:ext cx="3502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/ endpoints en FastAPI que reciben acciones del usuario, procesan las solicitudes y coordinan la comunicación con la lógica de negocio.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por Capas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353312"/>
            <a:ext cx="420624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53312"/>
            <a:ext cx="34747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5331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3716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1609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y componentes en Angular 21. Interacción de clientes, técnicos y admins.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965960"/>
            <a:ext cx="420624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965960"/>
            <a:ext cx="34747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965960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19842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Frontend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Angular que consumen endpoints del backend via HTTP con Signals.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578608"/>
            <a:ext cx="420624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578608"/>
            <a:ext cx="34747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578608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25968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FastAPI: recibe peticiones, valida datos y delega a la capa de servicios.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191256"/>
            <a:ext cx="420624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191256"/>
            <a:ext cx="34747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191256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2095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74920" y="3447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sistema: solicitudes, cotizaciones, estados y valoraciones.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803904"/>
            <a:ext cx="420624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803904"/>
            <a:ext cx="34747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803904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38221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Datos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74920" y="4059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con operaciones CRUD sobre PostgreSQL.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4416552"/>
            <a:ext cx="420624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4416552"/>
            <a:ext cx="34747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41655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74920" y="44348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74920" y="4672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usuarios, técnicos, categorías, solicitudes, cotizaciones y valoraciones.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— BENEFICIOS Y LIMITACIONES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Beneficios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8988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Separa responsabilidades: interfaz, control, lógica de negocio, acceso a datos y BD.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75104"/>
            <a:ext cx="416052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9339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Facilita el mantenimiento y la corrección de errores de forma independiente.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416052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9689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Permite organizar el sistema por módulos funcionales (usuarios, solicitudes, cotizaciones).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182112"/>
            <a:ext cx="416052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0040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Favorece la comprensión del proyecto durante el desarrollo académico.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785616"/>
            <a:ext cx="416052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803904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Permite que frontend y backend se desarrollen de forma independiente mediante una API.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389120"/>
            <a:ext cx="416052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40740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Adecuada para una aplicación web responsive con distintos tipos de usuario.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Limitaciones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4160520" cy="658368"/>
          </a:xfrm>
          <a:prstGeom prst="rect">
            <a:avLst/>
          </a:prstGeom>
          <a:solidFill>
            <a:srgbClr val="FEF3E2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898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Requiere correcta organización del código para no mezclar lógica con interfaz.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103120"/>
            <a:ext cx="4160520" cy="658368"/>
          </a:xfrm>
          <a:prstGeom prst="rect">
            <a:avLst/>
          </a:prstGeom>
          <a:solidFill>
            <a:srgbClr val="FEF3E2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214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Puede aumentar la complejidad inicial frente a una estructura más simple.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4160520" cy="658368"/>
          </a:xfrm>
          <a:prstGeom prst="rect">
            <a:avLst/>
          </a:prstGeom>
          <a:solidFill>
            <a:srgbClr val="FEF3E2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5292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 separación por capas exige comunicación clara entre componentes, servicios, rutas y BD.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160520" cy="658368"/>
          </a:xfrm>
          <a:prstGeom prst="rect">
            <a:avLst/>
          </a:prstGeom>
          <a:solidFill>
            <a:srgbClr val="FEF3E2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58444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 validación de técnicos será básica en la primera versión (depende del administrador).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4297680"/>
            <a:ext cx="4160520" cy="658368"/>
          </a:xfrm>
          <a:prstGeom prst="rect">
            <a:avLst/>
          </a:prstGeom>
          <a:solidFill>
            <a:srgbClr val="FEF3E2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3159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se contemplan pagos en línea, geolocalización en tiempo real ni verificación legal.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NAVEGACIÓN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pantallas por rol: público, cliente, técnico y administrador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100584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— Pantallas Públicas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· Búsqueda de técnicos · Iniciar sesión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1024128"/>
            <a:ext cx="28346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54680" y="1024128"/>
            <a:ext cx="2834640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468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Técnicos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024128"/>
            <a:ext cx="2834640" cy="3474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220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 / Crear Cuenta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— Flujo del Cliente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técnico · Solicitud de cotización · Detalle de solicitud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1024128"/>
            <a:ext cx="28346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Técnico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54680" y="1024128"/>
            <a:ext cx="2834640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468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Cotización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024128"/>
            <a:ext cx="2834640" cy="3474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2200" y="4544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Solicitud y Cotización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— Paneles de Usuario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cliente · Panel técnico · Panel administrador · Valorar servicio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" y="1005840"/>
            <a:ext cx="429768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37764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Cliente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005840"/>
            <a:ext cx="443484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37764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Técnico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7160" y="3822192"/>
            <a:ext cx="4297680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" y="499262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Administrador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3822192"/>
            <a:ext cx="2011680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0" y="49926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Servicio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Motor Seleccionado: PostgreSQL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la elección para el sistema ServiHogar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181051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Motor Seleccionado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como SGBD relacional de código abierto. Adecuado para el sistema porque maneja información estructurada y relacionada entre usuarios, técnicos, solicitudes, cotizaciones y valoraciones.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4160520" cy="181051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607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Integridad Referencial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389888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claves primarias, claves foráneas y restricciones para mantener la integridad entre entidades. Un cliente tiene varias solicitudes, una solicitud recibe varias cotizaciones y una valoración solo existe al finalizar el servicio.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962656"/>
            <a:ext cx="4160520" cy="181051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992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Integración con el 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328416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adecuadamente con Python y FastAPI mediante herramientas como SQLAlchemy, SQLModel o controladores compatibles con este motor de base de datos.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962656"/>
            <a:ext cx="4160520" cy="1810512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99923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Normalización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328416"/>
            <a:ext cx="38862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aplicar el proceso de normalización hasta tercera forma normal, reduciendo redundancia y mejorando la consistencia de los datos del sistema.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Entidades Principales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24128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acceso. Almacena nombre, correo, contraseña, teléfono y rol.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27248" y="1024128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1024128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024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138988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que solicita servicios. Se relaciona con las solicitudes que publica.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24128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024128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241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389888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que ofrece servicios. Almacena especialidad, experiencia y estado de validación.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322576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322576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322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68833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técnicos, gestiona categorías y revisa reportes básicos del sistema.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27248" y="2322576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27248" y="2322576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2322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Servicio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18688" y="268833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servicios: gasfitería, electricidad, PC, muebles, pintura, reparaciones.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322576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322576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32257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2688336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aproximada del servicio: distrito, sector o zona de referencia.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621024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621024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621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Servicio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986784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del cliente. Contiene descripción, categoría, zona, fecha y estado.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27248" y="3621024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27248" y="3621024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27248" y="3621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18688" y="3986784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técnico. Incluye precio estimado, tiempo y detalle de la propuesta.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621024"/>
            <a:ext cx="2651760" cy="118872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621024"/>
            <a:ext cx="26517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62102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986784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post-servicio: puntualidad, calidad, trato, limpieza y cumplimiento del precio.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Reglas de Negocio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y comportamientos del sistema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1042416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solo puede tener un rol: cliente, técnico o administrador.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45920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45920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" y="1664208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no se registra desde la pantalla pública; su cuenta es interna.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67712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267712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" y="2286000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puede publicar varias solicitudes de servicio.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9504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89504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89504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" y="2907792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solicitud pertenece a una categoría y a una zona o distrito.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11296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511296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11296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" y="3529584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solicitud puede recibir varias cotizaciones de distintos técnicos.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133088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3308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" y="4151376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técnico solo puede enviar una cotización por cada solicitud.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24128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024128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02412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38344" y="1042416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puede aceptar solo una de las cotizaciones recibidas.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1645920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1645920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645920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38344" y="1664208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aceptar una cotización, la solicitud pasa al estado 'en proceso'.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267712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267712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267712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38344" y="2286000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exacta solo se comparte cuando una cotización ha sido aceptada.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889504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2889504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889504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38344" y="2907792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valoración solo puede registrarse cuando el servicio ha sido finalizado.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511296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511296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3511296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38344" y="3529584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puede tener estado: pendiente, validado o rechazado.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133088"/>
            <a:ext cx="4160520" cy="566928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4133088"/>
            <a:ext cx="256032" cy="566928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133088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38344" y="4151376"/>
            <a:ext cx="37307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solicitud: pendiente → en proceso → finalizado / cancelado.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Modelo Conceptual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principales y relaciones generales del sistema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Modelo Lógico Inicial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atributos principales y relaciones entre entidades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LA BASE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aplicado hasta la Tercera Forma Normal (3FN)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658368"/>
          </a:xfrm>
          <a:prstGeom prst="rect">
            <a:avLst/>
          </a:prstGeom>
          <a:solidFill>
            <a:srgbClr val="E8F0FD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normalización organiza los datos de una BD relacional para reducir redundancia, evitar inconsistencias y mejorar la integridad. ServiHogar aplica normalización hasta 3FN.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8595360" cy="347472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 — Primera Forma Normal: Valores atómicos, sin grupos repetidos ni listas en una columna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Antes (no normalizado) — cotizaciones repetidas en una misma fila: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41448"/>
            <a:ext cx="64008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414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id_solicitud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2734056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734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441448"/>
            <a:ext cx="77724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414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914400" y="2734056"/>
            <a:ext cx="77724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3405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1640" y="2441448"/>
            <a:ext cx="77724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24414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691640" y="2734056"/>
            <a:ext cx="77724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273405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Gasfitería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8880" y="2441448"/>
            <a:ext cx="73152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4414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68880" y="2734056"/>
            <a:ext cx="73152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73405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0" y="2441448"/>
            <a:ext cx="91440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4414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desc_problema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0" y="2734056"/>
            <a:ext cx="91440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7340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cocina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0" y="2441448"/>
            <a:ext cx="82296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2441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tecnico_1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0" y="2734056"/>
            <a:ext cx="82296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27340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Mendoza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37760" y="2441448"/>
            <a:ext cx="64008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4414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937760" y="2734056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734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2441448"/>
            <a:ext cx="82296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441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tecnico_2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77840" y="2734056"/>
            <a:ext cx="82296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27340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Arango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0" y="2441448"/>
            <a:ext cx="640080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4414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precio_2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00800" y="2734056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734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210.00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307238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Después (1FN) — cada cotización en su propia fila, valores atómicos: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401568"/>
            <a:ext cx="685800" cy="274320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401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id_solicitud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60120" y="3401568"/>
            <a:ext cx="1051560" cy="274320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401568"/>
            <a:ext cx="960120" cy="274320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0" y="34015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971800" y="3401568"/>
            <a:ext cx="1051560" cy="274320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401568"/>
            <a:ext cx="1600200" cy="274320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0" y="3401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desc_problema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623560" y="3401568"/>
            <a:ext cx="1097280" cy="274320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23560" y="3401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720840" y="3401568"/>
            <a:ext cx="685800" cy="274320"/>
          </a:xfrm>
          <a:prstGeom prst="rect">
            <a:avLst/>
          </a:prstGeom>
          <a:solidFill>
            <a:srgbClr val="1C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0840" y="34015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4320" y="3675888"/>
            <a:ext cx="68580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67588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60120" y="3675888"/>
            <a:ext cx="105156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0120" y="3675888"/>
            <a:ext cx="1051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Quispe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011680" y="3675888"/>
            <a:ext cx="96012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0" y="3675888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Gasfitería menor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71800" y="3675888"/>
            <a:ext cx="105156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71800" y="3675888"/>
            <a:ext cx="1051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 Centro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23360" y="3675888"/>
            <a:ext cx="160020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0" y="3675888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agua en cocina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23560" y="3675888"/>
            <a:ext cx="109728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23560" y="367588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Mendoza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720840" y="3675888"/>
            <a:ext cx="685800" cy="24688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367588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185.00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4320" y="3931920"/>
            <a:ext cx="685800" cy="246888"/>
          </a:xfrm>
          <a:prstGeom prst="rect">
            <a:avLst/>
          </a:prstGeom>
          <a:solidFill>
            <a:srgbClr val="F1F8F1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93192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60120" y="3931920"/>
            <a:ext cx="1051560" cy="246888"/>
          </a:xfrm>
          <a:prstGeom prst="rect">
            <a:avLst/>
          </a:prstGeom>
          <a:solidFill>
            <a:srgbClr val="F1F8F1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0120" y="3931920"/>
            <a:ext cx="1051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Mariana Quispe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011680" y="3931920"/>
            <a:ext cx="960120" cy="246888"/>
          </a:xfrm>
          <a:prstGeom prst="rect">
            <a:avLst/>
          </a:prstGeom>
          <a:solidFill>
            <a:srgbClr val="F1F8F1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11680" y="3931920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Gasfitería menor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971800" y="3931920"/>
            <a:ext cx="1051560" cy="246888"/>
          </a:xfrm>
          <a:prstGeom prst="rect">
            <a:avLst/>
          </a:prstGeom>
          <a:solidFill>
            <a:srgbClr val="F1F8F1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71800" y="3931920"/>
            <a:ext cx="1051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 Centro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023360" y="3931920"/>
            <a:ext cx="1600200" cy="246888"/>
          </a:xfrm>
          <a:prstGeom prst="rect">
            <a:avLst/>
          </a:prstGeom>
          <a:solidFill>
            <a:srgbClr val="F1F8F1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023360" y="393192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agua en cocina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623560" y="3931920"/>
            <a:ext cx="1097280" cy="246888"/>
          </a:xfrm>
          <a:prstGeom prst="rect">
            <a:avLst/>
          </a:prstGeom>
          <a:solidFill>
            <a:srgbClr val="F1F8F1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623560" y="393192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Arango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720840" y="3931920"/>
            <a:ext cx="685800" cy="246888"/>
          </a:xfrm>
          <a:prstGeom prst="rect">
            <a:avLst/>
          </a:prstGeom>
          <a:solidFill>
            <a:srgbClr val="F1F8F1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20840" y="393192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210.00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— 2FN y 3FN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2D5FA6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 — Segunda Forma Normal: Atributos dependientes de su propia entidad. Separar datos en tablas independientes.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resultantes (2FN):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069080" cy="493776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824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6824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id_usuario, nombre, apellido, correo, contraseña, teléfono, rol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4069080" cy="493776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311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231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id_cliente, id_usuario (FK), direccion_referencial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4069080" cy="493776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7977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7797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id_tecnico, id_usuario (FK), especialidad, experiencia, descripcion, estado_validacion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664208"/>
            <a:ext cx="4069080" cy="493776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6824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solicitud_servicio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16824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id_solicitud, id_cliente (FK), id_categoria (FK), id_zona (FK), descripcion_problema, estado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212848"/>
            <a:ext cx="4069080" cy="493776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2311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2231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id_cotizacion, id_solicitud (FK), id_tecnico (FK), precio_estimado, detalle_propuesta, estado_cotizacion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8595360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649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 — Tercera Forma Normal: Sin dependencias transitivas. Cada atributo depende solo de la clave principal.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adicionales en 3FN: categoria_servicio (id_categoria, nombre_categoria, descripcion), zona (id_zona, nombre_zona, ciudad), administrador (id_administrador, id_usuario FK, cargo), valoracion (id_valoracion, id_cotizacion FK, puntualidad, calidad, trato, limpieza, cumplimiento_precio, volveria_contratar, comentario_breve, fecha_valoracion).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718304"/>
            <a:ext cx="8595360" cy="228600"/>
          </a:xfrm>
          <a:prstGeom prst="rect">
            <a:avLst/>
          </a:prstGeom>
          <a:solidFill>
            <a:srgbClr val="E8F5E9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274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cada atributo depende de su clave principal, sin duplicación ni dependencias incorrectas entre tablas.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— Modelo Físico (DBeaver)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generado desde servihogar_db con tablas, PKs, FKs y relaciones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1315" y="957409"/>
            <a:ext cx="5780792" cy="41860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LA APLICACIÓN WEB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inicial de entornos frontend y backend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24128"/>
            <a:ext cx="4206240" cy="2148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3246120"/>
            <a:ext cx="1920240" cy="164592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40280" y="3246120"/>
            <a:ext cx="2194560" cy="1645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09160" y="1005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4709160" y="1371600"/>
            <a:ext cx="420624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846320" y="138988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943600" y="138988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+ TypeScript + Signals (CSS, sin SSR)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709160" y="1984248"/>
            <a:ext cx="420624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846320" y="2002536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943600" y="200253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Uvicorn (entorno virtual uv)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09160" y="2596896"/>
            <a:ext cx="420624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46320" y="2615184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43600" y="261518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servihogar_db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09160" y="3209544"/>
            <a:ext cx="420624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846320" y="3227832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943600" y="322783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cifradas: Argon2id / bcrypt / PBKDF2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09160" y="3822192"/>
            <a:ext cx="420624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46320" y="3840480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943600" y="384048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OpenSpec, OpenCode, Cursor, DBeaver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4434840"/>
            <a:ext cx="4206240" cy="548640"/>
          </a:xfrm>
          <a:prstGeom prst="rect">
            <a:avLst/>
          </a:prstGeom>
          <a:solidFill>
            <a:srgbClr val="EFF4FC"/>
          </a:solidFill>
          <a:ln w="12700">
            <a:solidFill>
              <a:srgbClr val="D1E3F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5" name="Text 20"/>
          <p:cNvSpPr/>
          <p:nvPr/>
        </p:nvSpPr>
        <p:spPr>
          <a:xfrm>
            <a:off x="4846320" y="4453128"/>
            <a:ext cx="1143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943600" y="445312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https://github.com/Keterod/servihogar.git</a:t>
            </a: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&amp; RECOMENDACIONES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0" y="804672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1143000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16736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ServiHogar propone una solución web para mejorar la contratación de servicios técnicos domésticos, organizando solicitudes, cotizaciones y valoraciones.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514600"/>
            <a:ext cx="4114800" cy="1143000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51176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La arquitectura cliente-servidor con patrón MVC separa interfaz, lógica de negocio y datos, facilitando el mantenimiento e implementación progresiva.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749040"/>
            <a:ext cx="4114800" cy="1143000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85616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 modelo relacional normalizado a 3FN reduce redundancia, mantiene integridad y representa adecuadamente las relaciones entre clientes, técnicos, solicitudes y valoraciones.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114800" cy="1143000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16736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Implementar validaciones completas en formularios de frontend y backend para evitar registros incompletos o datos inconsistentes.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4114800" cy="1143000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551176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Incorporar seguridad básica: autenticación con contraseñas cifradas, control de roles y validación de permisos por perfil de usuario.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4114800" cy="1143000"/>
          </a:xfrm>
          <a:prstGeom prst="rect">
            <a:avLst/>
          </a:prstGeom>
          <a:solidFill>
            <a:srgbClr val="1E3D6B"/>
          </a:solidFill>
          <a:ln w="12700">
            <a:solidFill>
              <a:srgbClr val="2D5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785616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Mantener actualizado el repositorio con commits claros, ramas organizadas y evidencias del avance para la sustentación.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Huancayo – Perú  ·  2026  ·  Ingeniería Web – Universidad Continental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2139</Words>
  <Application>Microsoft Office PowerPoint</Application>
  <PresentationFormat>Presentación en pantalla (16:9)</PresentationFormat>
  <Paragraphs>288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ServiHogar</dc:title>
  <dc:subject>PptxGenJS Presentation</dc:subject>
  <dc:creator>PptxGenJS</dc:creator>
  <cp:lastModifiedBy>Diego</cp:lastModifiedBy>
  <cp:revision>2</cp:revision>
  <dcterms:created xsi:type="dcterms:W3CDTF">2026-06-01T04:49:36Z</dcterms:created>
  <dcterms:modified xsi:type="dcterms:W3CDTF">2026-06-01T04:53:36Z</dcterms:modified>
</cp:coreProperties>
</file>