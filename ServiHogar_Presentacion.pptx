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228600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18872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ServiHogar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365760" y="2606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de intermediación para servicios técnicos domésticos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200400" y="3246120"/>
            <a:ext cx="2743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3429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Web  · 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3840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Ricardo Carhuamaca Vasquez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4206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Gino Joel Taipe Miranda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DEL PROYECTO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1097280"/>
            <a:ext cx="4297680" cy="2834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143000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0F4FA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170432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Plataforma de intermediación para servicios técnicos domésticos menores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" y="1920240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0F4FA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947672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Los clientes publican solicitudes, comparan técnicos y reciben cotizaciones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2697480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0F4FA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724912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Valoración verificada solo tras finalizar el servicio en la plataforma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3474720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0F4FA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502152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Servicios: gasfitería, electricidad, PC, muebles, pintura y reparaciones simples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OBJETIVO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88920" cy="3474720"/>
          </a:xfrm>
          <a:prstGeom prst="rect">
            <a:avLst/>
          </a:prstGeom>
          <a:solidFill>
            <a:srgbClr val="F0F4FA"/>
          </a:solidFill>
          <a:ln w="12700">
            <a:solidFill>
              <a:srgbClr val="D1E3F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1234440"/>
            <a:ext cx="1417320" cy="10972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2404872"/>
            <a:ext cx="2788920" cy="38404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240487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28529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Quispe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321868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años · Trabajadora administrativa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contratar técnicos confiables con referencias claras.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097280"/>
            <a:ext cx="2788920" cy="3474720"/>
          </a:xfrm>
          <a:prstGeom prst="rect">
            <a:avLst/>
          </a:prstGeom>
          <a:solidFill>
            <a:srgbClr val="F0F4FA"/>
          </a:solidFill>
          <a:ln w="12700">
            <a:solidFill>
              <a:srgbClr val="D1E3F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31920" y="1234440"/>
            <a:ext cx="1417320" cy="1097280"/>
          </a:xfrm>
          <a:prstGeom prst="ellipse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46120" y="2404872"/>
            <a:ext cx="2788920" cy="38404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46120" y="240487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37560" y="28529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Ramírez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37560" y="321868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años · Técnico electricista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conseguir más clientes y mostrar su experiencia.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1097280"/>
            <a:ext cx="2788920" cy="3474720"/>
          </a:xfrm>
          <a:prstGeom prst="rect">
            <a:avLst/>
          </a:prstGeom>
          <a:solidFill>
            <a:srgbClr val="F0F4FA"/>
          </a:solidFill>
          <a:ln w="12700">
            <a:solidFill>
              <a:srgbClr val="D1E3F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03720" y="1234440"/>
            <a:ext cx="1417320" cy="1097280"/>
          </a:xfrm>
          <a:prstGeom prst="ellipse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17920" y="2404872"/>
            <a:ext cx="2788920" cy="38404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217920" y="240487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09360" y="28529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Torres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09360" y="321868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años · Gestión de plataforma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técnicos, gestiona categorías y revisa reportes.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APLICACIÓN WEB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97280"/>
            <a:ext cx="850392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NAVEGACIÓN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051560"/>
            <a:ext cx="6400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 — INICIO &amp; BÚSQUEDA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97280"/>
            <a:ext cx="4251960" cy="28346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097280"/>
            <a:ext cx="4251960" cy="2834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" y="39776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Inicio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709160" y="39776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Técnicos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 — PERFIL &amp; COTIZACIÓN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97280"/>
            <a:ext cx="4251960" cy="28346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097280"/>
            <a:ext cx="4251960" cy="2834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" y="39776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Técnico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709160" y="39776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Cotización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 — PANELES DE USUARIO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97280"/>
            <a:ext cx="5486400" cy="37033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52160" y="1188720"/>
            <a:ext cx="3108960" cy="3383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Cliente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852160" y="4617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Valorar Servicio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— MODELO FÍSICO (PostgreSQL)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97280"/>
            <a:ext cx="85953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APLICACIÓN WEB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97280"/>
            <a:ext cx="5303520" cy="22402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2880" y="3429000"/>
            <a:ext cx="5303520" cy="1463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6928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669280" y="1554480"/>
            <a:ext cx="32918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806440" y="15819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 + TypeScript + Signals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669280" y="2148840"/>
            <a:ext cx="32918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806440" y="21762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0" y="2743200"/>
            <a:ext cx="32918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806440" y="277063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BD: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669280" y="3337560"/>
            <a:ext cx="32918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806440" y="33649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cifradas (Argon2id)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32918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06440" y="39593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github.com/Keterod/servihogar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&amp; RECOMENDACIONES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743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931920" cy="658368"/>
          </a:xfrm>
          <a:prstGeom prst="rect">
            <a:avLst/>
          </a:prstGeom>
          <a:solidFill>
            <a:srgbClr val="1E3D6B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9047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Solución web que organiza la contratación de servicios técnicos domésticos.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3931920" cy="658368"/>
          </a:xfrm>
          <a:prstGeom prst="rect">
            <a:avLst/>
          </a:prstGeom>
          <a:solidFill>
            <a:srgbClr val="1E3D6B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6771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Arquitectura MVC separa interfaz, lógica y datos para facilitar mantenimiento.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3931920" cy="658368"/>
          </a:xfrm>
          <a:prstGeom prst="rect">
            <a:avLst/>
          </a:prstGeom>
          <a:solidFill>
            <a:srgbClr val="1E3D6B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4495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BD normalizada a 3FN garantiza integridad entre clientes, técnicos y solicitudes.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3931920" cy="658368"/>
          </a:xfrm>
          <a:prstGeom prst="rect">
            <a:avLst/>
          </a:prstGeom>
          <a:solidFill>
            <a:srgbClr val="1E3D6B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49047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Validar formularios en frontend y backend para datos consistentes.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240280"/>
            <a:ext cx="3931920" cy="658368"/>
          </a:xfrm>
          <a:prstGeom prst="rect">
            <a:avLst/>
          </a:prstGeom>
          <a:solidFill>
            <a:srgbClr val="1E3D6B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26771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Implementar autenticación cifrada y control de roles por perfil.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3931920" cy="658368"/>
          </a:xfrm>
          <a:prstGeom prst="rect">
            <a:avLst/>
          </a:prstGeom>
          <a:solidFill>
            <a:srgbClr val="1E3D6B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04495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Mantener repositorio actualizado con commits claros y ramas organizadas.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Huancayo – Perú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ServiHogar</dc:title>
  <dc:subject>PptxGenJS Presentation</dc:subject>
  <dc:creator>PptxGenJS</dc:creator>
  <cp:lastModifiedBy>PptxGenJS</cp:lastModifiedBy>
  <cp:revision>1</cp:revision>
  <dcterms:created xsi:type="dcterms:W3CDTF">2026-06-01T04:39:12Z</dcterms:created>
  <dcterms:modified xsi:type="dcterms:W3CDTF">2026-06-01T04:39:12Z</dcterms:modified>
</cp:coreProperties>
</file>